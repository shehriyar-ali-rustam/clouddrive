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371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371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 i="0">
                <a:solidFill>
                  <a:srgbClr val="2563EB"/>
                </a:solidFill>
                <a:latin typeface="Calibri"/>
              </a:rPr>
              <a:t>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CloudDrive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269748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  <a:latin typeface="Calibri"/>
              </a:rPr>
              <a:t>Scalable File Storage on AWS — a Mini Google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Final-Year Cloud Computing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12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7D2FE"/>
                </a:solidFill>
                <a:latin typeface="Calibri"/>
              </a:rPr>
              <a:t>Team:  Shehriyar Ali Rustam  ·  Touseef Abbas  ·  Abdul 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3A5CF"/>
                </a:solidFill>
                <a:latin typeface="Calibri"/>
              </a:rPr>
              <a:t>github.com/Shehriyar-Ali-Rustam/clouddrive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The Problem &amp;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Storing and sharing files across devices and people is a universal need.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Traditional apps stream every file through the server — it becomes a bottleneck and a single point of failure.</a:t>
            </a:r>
          </a:p>
          <a:p>
            <a:pPr lvl="1">
              <a:spcAft>
                <a:spcPts val="12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 So it cannot scale to many users or large files.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CloudDrive solves this with cloud object storage (Amazon S3) and pre-signed URLs.</a:t>
            </a:r>
          </a:p>
          <a:p>
            <a:pPr lvl="1">
              <a:spcAft>
                <a:spcPts val="12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 The browser sends file bytes directly to S3 — the server stays light and scalable.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What is CloudDrive?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A secure, cloud-based 'Mini Google Drive'.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Sign up, upload, organise, download files.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Share with users or via public expiring links.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Per-user storage quotas &amp; isolation.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Runs on real AWS S3; deployable via Docker.</a:t>
            </a:r>
          </a:p>
        </p:txBody>
      </p:sp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78092"/>
            <a:ext cx="6126480" cy="3924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dia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5136"/>
            <a:ext cx="7406640" cy="36821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Browser → CDN/Load Balancer → stateless API.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API on ECS Fargate (autoscaling).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Metadata in PostgreSQL (RDS).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File bytes in Amazon S3.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 Browser talks to S3 directly via pre-signed URLs.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WHY IT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The Core Idea — Pre-signed URLs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diag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7322"/>
            <a:ext cx="11064240" cy="12346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The API never streams file bytes — it issues a short-lived signed 'permission slip'.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The browser uploads/downloads straight to Amazon S3.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Result: a stateless API you can run in many copies and autoscale — the heart of cloud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CLOUD STORAGE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Running on Real Amazon S3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s3_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760" y="1645920"/>
            <a:ext cx="5179838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Files stored as objects in S3.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Bucket versioning enabled.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AES-256 encryption at rest.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All public access blocked.</a:t>
            </a:r>
          </a:p>
          <a:p>
            <a:pPr lvl="1">
              <a:spcAft>
                <a:spcPts val="11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 Verified live via the AWS CLI.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Secure Sharing &amp; Collaboration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03_shar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5249"/>
            <a:ext cx="5760720" cy="3690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18288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Share a file with a registered user by email.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Generate a public link with optional expiry.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A 'Shared with me' view for received files.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Downloads use short-lived pre-signed URLs scoped to one file.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Public links redirect straight to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WHAT WE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97480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Python 3.12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FastAPI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Uvicorn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SQLAlchemy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737360"/>
            <a:ext cx="2697480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874519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Storage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Amazon S3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boto3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PostgreSQL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737360"/>
            <a:ext cx="2697480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874519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JWT (python-jose)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bcrypt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AWS IAM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737360"/>
            <a:ext cx="2697480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874519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Cloud /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Terraform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Docker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ECS · ALB · VPC · ECR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GitHub Actions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 Render · Cloudflare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DEFENCE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Security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Passwords hashed with bcrypt — never stored in plain text.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Stateless authentication with signed, expiring JWTs.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Pre-signed URLs: time-limited (15 min) and scoped to one object.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Private S3 bucket, encrypted at rest (AES-256).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IAM least-privilege — the app touches only its own bucket.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Per-user isolation — every query filtered by owner.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PORTABLE &amp; DEPLOYABLE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Containerized with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4784"/>
            <a:ext cx="7498079" cy="3634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One Dockerfile packages the whole app.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Built image: clouddrive-api (395 MB).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Runs identically locally and on AWS ECS.</a:t>
            </a:r>
          </a:p>
          <a:p>
            <a:pPr lvl="1">
              <a:spcAft>
                <a:spcPts val="11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 Image stored in Amazon ECR.</a:t>
            </a:r>
          </a:p>
          <a:p>
            <a:pPr lvl="1">
              <a:spcAft>
                <a:spcPts val="11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 Verified running live on S3.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AUTOMATED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gh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09" y="1645920"/>
            <a:ext cx="6256421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92024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GitHub Actions on every push.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CI: runs all 19 tests.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  Deploy: build image → ECR → ECS.</a:t>
            </a:r>
          </a:p>
          <a:p>
            <a:pPr lvl="1">
              <a:spcAft>
                <a:spcPts val="1100"/>
              </a:spcAft>
            </a:pPr>
            <a:r>
              <a:rPr sz="1300">
                <a:solidFill>
                  <a:srgbClr val="6B7280"/>
                </a:solidFill>
                <a:latin typeface="Calibri"/>
              </a:rPr>
              <a:t>–   Green across all runs.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FLEXIBLE, ALL ON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Deployment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diag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519604"/>
            <a:ext cx="9601200" cy="995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Local (Docker / dev) · Render (permanent URL + managed Postgres) · AWS ECS (autoscaling, Terraform).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All three share the same Amazon S3 storage.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 A Cloudflare tunnel exposes a public HTTPS URL for live demos.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Testing &amp;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19 automated tests (pytest) — all passing.</a:t>
            </a:r>
          </a:p>
          <a:p>
            <a:pPr lvl="1">
              <a:spcAft>
                <a:spcPts val="11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 Authentication — signup, login, wrong password, duplicate email (6).</a:t>
            </a:r>
          </a:p>
          <a:p>
            <a:pPr lvl="1">
              <a:spcAft>
                <a:spcPts val="11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 Files — upload lifecycle, quota, delete, user isolation (7).</a:t>
            </a:r>
          </a:p>
          <a:p>
            <a:pPr lvl="1">
              <a:spcAft>
                <a:spcPts val="11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 Sharing &amp; security — user share, public link, tampered/expired URL (6).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Run automatically in CI on every push.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Terraform validated; Docker image builds &amp;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THREE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The Team — Who Built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926080"/>
                <a:gridCol w="4023360"/>
              </a:tblGrid>
              <a:tr h="7772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Cloud / DevOps slice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Authentication &amp; User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4ED8"/>
                          </a:solidFill>
                        </a:rPr>
                        <a:t>Touseef Abbas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Security · IAM ·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File Storage &amp; Upload/Download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4ED8"/>
                          </a:solidFill>
                        </a:rPr>
                        <a:t>Shehriyar Ali Rustam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Amazon S3 · Terraform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Sharing &amp; Collaboration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4ED8"/>
                          </a:solidFill>
                        </a:rPr>
                        <a:t>Abdul Ahad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Docker · Deployment · 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One collective report + three individual module reports.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SEE IT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194560"/>
            <a:ext cx="7955279" cy="118872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331720"/>
            <a:ext cx="79552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D4ED8"/>
                </a:solidFill>
                <a:latin typeface="Calibri"/>
              </a:rPr>
              <a:t>bash demo.sh  →  public HTTPS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840480"/>
            <a:ext cx="8869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Open the link on a laptop and a phone — same app, real cloud.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Upload a file → see it appear in the AWS S3 console.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Create a public link → download from another device.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 Show the file uploading directly to S3 (DevTools) — the pre-signed URL in 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CloudDrive — Scalable File Storage on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A complete, working, tested cloud application on real AWS S3.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Demonstrates object storage, pre-signed URLs, managed databases, stateless scalable services, IaC and CI/CD.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Fully reproducible from version control.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 Future: multipart upload for huge files; file previews &amp; search; team workspaces.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38BDF8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  <a:latin typeface="Calibri"/>
              </a:rPr>
              <a:t>github.com/Shehriyar-Ali-Rustam/clouddrive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